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7D8"/>
          </a:solidFill>
          <a:ln w="12700">
            <a:solidFill>
              <a:srgbClr val="4F67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F6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한 글자 CJK 변경은 전파하지 않는다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활성화 → 활성총 수정에서 추출되는 ‘화 → 총’이 무관한 단어를 오염시키는지 검사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PPT 번역캣 · partial-match regression fixture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9EDFF"/>
          </a:solidFill>
          <a:ln w="19050">
            <a:solidFill>
              <a:srgbClr val="4F67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0136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7D8"/>
                </a:solidFill>
              </a:rPr>
              <a:t>수정 대상 · 활성화 기준 → 활성총 기준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2020824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활성화 기준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80136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64224" y="2020824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3개월 개발 + 6주 안정화, 11월 중순 베타 테스트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76148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871216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" y="3090672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Phase 2 범위는 활성화, 명확성, 매치메이킹에 초점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9632" y="276148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871216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3090672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원인이 방향성 실패인지 활성화 실패인지가 핵심 질문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383133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941064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" y="41605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전화 회의 결과를 문서화하고 시각화 자료를 정리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99632" y="383133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3941064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64224" y="41605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명확화 작업과 안정화 작업은 서로 다른 일정으로 관리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11137392" cy="841248"/>
          </a:xfrm>
          <a:prstGeom prst="rect">
            <a:avLst/>
          </a:prstGeom>
          <a:solidFill>
            <a:srgbClr val="FDECEC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52212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</a:rPr>
              <a:t>기대 결과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74520" y="520293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부분 일치 후보 0건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7D8"/>
          </a:solidFill>
          <a:ln w="12700">
            <a:solidFill>
              <a:srgbClr val="4F67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F6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영문은 단어 경계를 지킨다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CAT → DOG 변경이 CONCAT 같은 더 긴 단어 내부에 적용되지 않는지 검사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PPT 번역캣 · partial-match regression fixture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9EDFF"/>
          </a:solidFill>
          <a:ln w="19050">
            <a:solidFill>
              <a:srgbClr val="4F67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0136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7D8"/>
                </a:solidFill>
              </a:rPr>
              <a:t>수정 대상 · CAT policy → DOG policy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2020824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CAT policy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80136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 · 단어 내부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64224" y="2020824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CONCAT function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76148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7F6F0"/>
          </a:solidFill>
          <a:ln w="19050">
            <a:solidFill>
              <a:srgbClr val="238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871216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A63"/>
                </a:solidFill>
              </a:rPr>
              <a:t>추천되어야 함 · 독립 단어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" y="3090672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The CAT schedule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9632" y="276148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871216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 · 단어 내부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3090672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SCATTER plot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383133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7F6F0"/>
          </a:solidFill>
          <a:ln w="19050">
            <a:solidFill>
              <a:srgbClr val="238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941064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A63"/>
                </a:solidFill>
              </a:rPr>
              <a:t>추천되어야 함 · 구두점 경계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" y="41605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CAT-based workflow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99632" y="383133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3941064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 · 대소문자/부분 문자열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64224" y="41605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Category policy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11137392" cy="841248"/>
          </a:xfrm>
          <a:prstGeom prst="rect">
            <a:avLst/>
          </a:prstGeom>
          <a:solidFill>
            <a:srgbClr val="E7F6F0"/>
          </a:solidFill>
          <a:ln w="12700">
            <a:solidFill>
              <a:srgbClr val="238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52212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A63"/>
                </a:solidFill>
              </a:rPr>
              <a:t>기대 결과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74520" y="520293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후보 2건 · The CAT schedule / CAT-based workflow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7D8"/>
          </a:solidFill>
          <a:ln w="12700">
            <a:solidFill>
              <a:srgbClr val="4F67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F6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삭제 미리보기와 실제 적용은 같아야 한다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활성화 삭제가 후보 화면과 적용 결과에서 동일하며 불필요한 공백을 남기지 않는지 검사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PPT 번역캣 · partial-match regression fixture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9EDFF"/>
          </a:solidFill>
          <a:ln w="19050">
            <a:solidFill>
              <a:srgbClr val="4F67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0136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7D8"/>
                </a:solidFill>
              </a:rPr>
              <a:t>수정 대상 · Phase 2 기준으로 변경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2020824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Phase 2 활성화 기준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7F6F0"/>
          </a:solidFill>
          <a:ln w="19050">
            <a:solidFill>
              <a:srgbClr val="238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80136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A63"/>
                </a:solidFill>
              </a:rPr>
              <a:t>추천되어야 함 · 결과: 일정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64224" y="2020824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활성화 일정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76148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7F6F0"/>
          </a:solidFill>
          <a:ln w="19050">
            <a:solidFill>
              <a:srgbClr val="238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871216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A63"/>
                </a:solidFill>
              </a:rPr>
              <a:t>추천되어야 함 · 결과: 다음 단계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" y="3090672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다음 단계 활성화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9632" y="276148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871216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 · 한글 단어 내부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3090672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비활성화 정책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383133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7F6F0"/>
          </a:solidFill>
          <a:ln w="19050">
            <a:solidFill>
              <a:srgbClr val="238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941064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A63"/>
                </a:solidFill>
              </a:rPr>
              <a:t>추천되어야 함 · 결과: 빈 문자열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" y="41605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활성화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99632" y="383133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3941064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 · 한 문장에 2회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64224" y="41605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활성화 여부와 활성화 일정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11137392" cy="841248"/>
          </a:xfrm>
          <a:prstGeom prst="rect">
            <a:avLst/>
          </a:prstGeom>
          <a:solidFill>
            <a:srgbClr val="E7F6F0"/>
          </a:solidFill>
          <a:ln w="12700">
            <a:solidFill>
              <a:srgbClr val="238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52212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A63"/>
                </a:solidFill>
              </a:rPr>
              <a:t>기대 결과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74520" y="520293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후보와 적용 결과 일치 · 중복 위치는 후보 제외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7D8"/>
          </a:solidFill>
          <a:ln w="12700">
            <a:solidFill>
              <a:srgbClr val="4F67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F6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정상 후보와 완전 일치 전파를 구분한다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의미 있는 다단어 치환은 추천하되 동일 원문 자동 전파 대상은 중복 후보로 내지 않는지 검사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PPT 번역캣 · partial-match regression fixture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9EDFF"/>
          </a:solidFill>
          <a:ln w="19050">
            <a:solidFill>
              <a:srgbClr val="4F67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0136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7D8"/>
                </a:solidFill>
              </a:rPr>
              <a:t>수정 대상 · field drop → World Spawn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2020824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Adjusted field drop rates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7F6F0"/>
          </a:solidFill>
          <a:ln w="19050">
            <a:solidFill>
              <a:srgbClr val="238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80136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A63"/>
                </a:solidFill>
              </a:rPr>
              <a:t>추천되어야 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64224" y="2020824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The field drop table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76148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871216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 · 한 문장에 2회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" y="3090672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field drop follows field drop rules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9632" y="276148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871216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추천되면 안 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3090672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</a:rPr>
              <a:t>Unrelated text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383133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9EDFF"/>
          </a:solidFill>
          <a:ln w="19050">
            <a:solidFill>
              <a:srgbClr val="4F67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941064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7D8"/>
                </a:solidFill>
              </a:rPr>
              <a:t>완전 일치 원문 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" y="41605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Phase 2 활성화 기준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99632" y="383133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E9EDFF"/>
          </a:solidFill>
          <a:ln w="19050">
            <a:solidFill>
              <a:srgbClr val="4F67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3941064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7D8"/>
                </a:solidFill>
              </a:rPr>
              <a:t>완전 일치 원문 B · 부분 후보 중복 금지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64224" y="41605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Phase 2 활성화 기준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11137392" cy="841248"/>
          </a:xfrm>
          <a:prstGeom prst="rect">
            <a:avLst/>
          </a:prstGeom>
          <a:solidFill>
            <a:srgbClr val="E7F6F0"/>
          </a:solidFill>
          <a:ln w="12700">
            <a:solidFill>
              <a:srgbClr val="238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52212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A63"/>
                </a:solidFill>
              </a:rPr>
              <a:t>기대 결과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74520" y="520293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정상 부분 후보 1건 · 완전 전파 대상의 중복 후보 0건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 번역캣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부분 일치 오탐 스트레스 테스트</dc:title>
  <dc:subject>부분 일치 문구 오탐 회귀 테스트</dc:subject>
  <dc:creator>PPT 번역캣 regression fixture</dc:creator>
  <cp:lastModifiedBy>PPT 번역캣 regression fixture</cp:lastModifiedBy>
  <cp:revision>1</cp:revision>
  <dcterms:created xsi:type="dcterms:W3CDTF">2026-07-14T05:50:47Z</dcterms:created>
  <dcterms:modified xsi:type="dcterms:W3CDTF">2026-07-14T05:50:47Z</dcterms:modified>
</cp:coreProperties>
</file>